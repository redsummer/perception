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本课程《实验6》实验指导书（工作区附件）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9D7A8612-BD27-4566-80A1-1A05685FC6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A9BCD1B-E470-4612-8E9A-F77B0535D5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500AAE2-C363-4674-A077-CFCE879099E8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A532951-BDD3-4518-91B5-10E927A453A7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FDD1081-3EB9-40E3-82E3-7DC8380CBC64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基于RViz的智能小车模型设计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2FB1CB0-0E1E-47E6-8E94-9C48E21BA53D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如何用结构化描述让ROS理解一辆小车由哪些部件组成、彼此如何连接？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E958C1-3CBD-4DA3-AA32-E867FAAE424F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0392B52-A6E8-41F2-A1FB-A5D8CD1D16DB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60FEAB-53C1-4697-9840-31C12373B335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B0343E-F202-4C31-8C1C-032F6CA4E7FC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48A6BFE-66F6-4C39-BD73-7EB9D7BA6515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BB2B72-4894-409A-9840-23E2E0762D54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225E971-948D-4C4B-9903-D617233CFF42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917ECE0-5BE3-4F97-BFE3-2836332ABCF1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49641E8-C393-43EC-83EC-2CBDF96B60F6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83200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04292F0E-C6EB-4765-9570-73D30A761D2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3E2E87E-956B-40CA-8172-03F46FCFE42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4D5FAD4-7833-436E-8578-FBB21669A6B1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如何用结构化描述让ROS理解一辆小车由哪些部件组成、彼此如何连接？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FC865D-65D0-4D02-944F-62ECA8BC951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83E739D-BB0C-4E76-8F8E-4A088A095877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D49A5D6-EB53-4616-8F8C-30ABB757FF8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4F56737-E276-42D5-81E4-91095E5BECC3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掌握URDF中的link与joint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807086-034B-4EA5-8E1B-9D62702AE2CB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8834C41-9DCB-41C8-B2F4-6B450F86F594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A86DA86-3116-4E10-869F-F75CFABD3DEA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构建车身、车轮和车头标志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4561E1-09EA-4BD2-95E9-A238ECC4E40A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1868096-C265-4F22-BB4C-1D29072F9A91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CFEECB9-42DF-45C1-990B-6B6A2A3CBE94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使用launch与RViz一次启动并验证模型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63C16A-D965-4BBA-84A5-F7CD99E734EB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C1F980A-A386-445E-87BE-855DAF605114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68576AD-5D5F-4825-B671-C4AFE1099E01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80371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B2047815-3A20-46B1-84C0-4E70768D311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5A1ED50-9FD6-471D-9C63-D09B3C821F9A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7C280C1-5A7A-40C8-8EE1-0050805B131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9045BA-BFD3-4086-9102-8C2A67404744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A2FF3FC-6BEA-4463-BA10-30A9383B0E1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09D3AF8-7515-465E-803B-09AB03D01C18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5C9ED9-0DC2-40FF-9306-C946C79214B1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8179B73-DC34-40DB-92C4-EC83F9C8F05C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AD62EB6-8767-4079-98FE-ABCCCA343165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D36479B6-95CB-43D4-82B8-53EC250683E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几何与坐标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F057CC4-7C72-4973-ADC5-9058957F521B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URDF模型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1531DE3-3D4D-46AE-9A1D-FF410F207B98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状态发布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36245F9-4091-4224-887C-64635B5DA48C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RViz显示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6514C91-373F-4F69-BD42-D9DA3732262C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56742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EFF40075-F519-4275-B211-B86088D14679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8E42732-2D70-44E4-B25C-A29168703A8C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URDF是一棵以关节连接刚体的树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9B8105-14F8-435F-AEA5-AA9517FE1A1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D37550A-E1B3-4DD1-892C-E97CEB46615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3348B55-508B-4CE5-BDA0-C2F9B407D253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9061D14-3F6B-49E0-8B5A-B933FC54F836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link描述几何、材质、碰撞与惯量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498A8C7-FD62-43DD-8A71-857DDF730FDA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C574F5F-091B-4B44-A016-08C9C9DE8B2A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joint描述父子关系、位姿与运动类型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C3BC1CB-398E-421D-B95A-B4A345325711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7B7A288-FD90-4214-9E3D-2B384EFF7A9D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origin使用xyz和rpy定义变换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98DDCB3-C572-430E-8F82-1CF3690D2E13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1BA846-53D0-40F4-B00C-3C4387DB330E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树结构不能形成闭环</a:t>
            </a:r>
          </a:p>
        </p:txBody>
      </p:sp>
    </p:spTree>
    <p:extLst>
      <p:ext uri="{BB962C8B-B14F-4D97-AF65-F5344CB8AC3E}">
        <p14:creationId xmlns:p14="http://schemas.microsoft.com/office/powerpoint/2010/main" val="84016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B679F255-1110-426D-80E9-F412D4313D4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9583DB0-789D-46C7-B728-75EF2F1DD74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常用关节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E152BF4-4C88-4814-B902-395157E963A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6DF03E-5393-4911-AF25-41728110EB0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752FFCC-ED71-48DB-926E-B953E2B2405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127B7D-31E5-4C2A-BA05-EB2101D9FFF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72BEB37-EDBD-450E-820D-EB960A090502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fixed：刚性连接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D5D6B58-52CB-478A-94C4-90F5AF27E8C4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continuous：无限旋转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61DCA46-79F8-4A5F-A1AC-5CFE5D1D59B6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revolute：有限角度旋转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A25ECDA-67A3-4010-B781-64151CC0A9CB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24938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1DA3EAFD-BBD3-4F32-B197-A566A6A69925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146FB9D-E099-49E5-8CD2-3480BBC753E9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模型坐标系应从车辆运动语义出发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E7B4D2-19C6-4EEE-AAB8-8E0F3FF3190F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D885F15-2E22-403C-92C1-866238477396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7D767AC-6DA9-453A-94CF-DAFA2E413CBA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base_link作为车体主坐标系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53077EB-B2F6-4BD3-81C9-84ED49F5B55F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x轴指向车头，y轴指向左侧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C57A2A9-3E17-45E6-9D46-D160DEA66CDC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车轮圆柱轴线与旋转轴一致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57243C6-860E-4752-9D36-E2487F5A80C8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尺寸、单位统一使用米和弧度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E5C853F-35A1-4E66-9220-636C082BEA4D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320951"/>
            <a:ext cx="4953000" cy="2787598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9E970398-4560-4836-8B7C-89A9A95F0F5D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建模或软件配置任务：结构清楚、命名一致、可复现</a:t>
            </a:r>
          </a:p>
        </p:txBody>
      </p:sp>
    </p:spTree>
    <p:extLst>
      <p:ext uri="{BB962C8B-B14F-4D97-AF65-F5344CB8AC3E}">
        <p14:creationId xmlns:p14="http://schemas.microsoft.com/office/powerpoint/2010/main" val="179472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DC5D1692-127F-4FE5-BCE5-1A5B33562175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926DD5B-47E9-4640-ABE3-8D80854E5707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992589C-9BF3-42A9-AF21-B5E058BDD1B4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9035A5-5A7F-4BE3-9DE7-AC6AB205A3D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F0E5A5-0C41-4D5E-B8FD-D8767EB8ADB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390672-47FA-48E5-AE68-8F37B6B36873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0E14883-63DC-4221-8DED-4E466D4CC5D7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2808184-9AE8-4F7E-9343-5412C7C68728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创建smartcar_description包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F14E3A1-8153-44AF-9350-16E36CCE0C21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EFB13A-6671-469D-B93C-3F579544F591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6BA097E-7CD4-4556-B635-A8D2C25FBC8A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3D38761-29B4-4934-9792-139BB3AE490E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编写smartcar.urdf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A6128E3-172C-4813-B44D-DC30CAE23906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EC3A969-332A-4543-814B-A72CC9EB5908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4A7A83F-8897-4529-AC80-14731B581047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2CC36CA-7C58-48FC-BD3A-E0451CC4BE05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检查XML与关节树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DFAF5B3-E57C-4A67-90C8-541AA19505CF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F624C3A-8C04-473E-8F22-EC35EF0B3898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87AF34E-2CB3-4102-9F14-AF2B437D729F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ACFFE3E-5E0C-474A-A510-12B292D9F1E1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编写base.urdf.rviz.launch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F9E4E54-C0DA-4948-B301-0C20A2E5FE7C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1B11A8B-3F6D-478C-A14B-8E93E120972F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A90AF97-3E02-4C8D-98FF-834F899F9F71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718C749-E656-4DD6-A48A-56E4DDA22091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在RViz添加RobotModel并调节关节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57D54948-8D2C-4574-8E36-26CC567B001A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92239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94B40CDC-82B2-4412-9C6A-AEBE915846A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A6442C7-B6C7-4D90-A1AB-B5FEBF6D05F2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URDF最小父子结构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4F0AA39-489F-4FAC-BC45-393FA6E03988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C02BDC-B081-4D4A-B592-5BF0F2D63DC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B124146-9754-404E-8410-114FC76ED1E2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D7EBE74-2621-434D-B2E8-079298548968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C89336B-2EFA-4BDB-87C2-FAC50EB18F8F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&lt;link name="base_link"/&gt;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&lt;link name="left_wheel"/&gt;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&lt;joint name="left_wheel_joint" type="continuous"&gt;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&lt;parent link="base_link"/&gt;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&lt;child link="left_wheel"/&gt;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&lt;origin xyz="0.08 0.10 -0.03" rpy="0 1.5708 0"/&gt;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&lt;axis xyz="0 0 1"/&gt;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&lt;/joint&gt;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8AF94A-926D-41F1-A842-D75945B6F878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D4D1AD1-EF13-4BEB-80C6-9E0E6CD67BC1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633313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A3BBBFA5-B23D-4270-918A-2D6E88DEDD5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884E9AA-41A0-457B-A6CD-D0B29F2FEF95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754AAF-4569-477F-B81E-0B177A9721A3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E7380C5-8C1A-4AD3-B1D2-275FAD635FEA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8E66A65-C68A-46EF-BD62-EEAC25DC58AF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7367" y="2095500"/>
            <a:ext cx="3867891" cy="3143250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D21BA462-867C-4E47-BC44-C18F0D7A518D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RViz无模型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C326DBC-C82A-4A7B-AAB2-80F1A5DC02B5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添加RobotModel并检查robot_description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A6F9C9-40B7-4A93-A954-1AB8EE5EC42F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86F8A2A-A919-4BBC-BE70-C1CAED6794BB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模型散架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0F03F95-AC28-4E10-89F2-87B74215A46D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核对joint父子名称与origin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43F5F7-1C40-44EE-98EB-4438A461DD1B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C2B576B-1DE5-41D2-8FBB-290E3F23ED1B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车轮方向错误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6E955AD-4A92-4169-82EB-3257321DB248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修正rpy和axis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994A2C-3CDC-4070-AEC6-A340F124DBF9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A26431A-DA65-4839-83F9-1410F1FCFEB2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启动文件报错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44234DA-F4B7-4838-81DF-9189426265F0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用xmllint检查XML闭合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C6C68D-BCA5-4C0E-AD86-12245A45F1AA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536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9ED04CBF-95E6-4F2B-A4AF-7A18D699124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6  /  URDF建模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A981A98-AA05-46EF-B6AD-4CB7EC02AD02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CC2A9F6-31AF-4562-AE81-59BC99410391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E39B8C-D618-4CD2-BE7C-83121C3DC43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9A5F448-3EB4-4A80-86A1-71CFADB76BD2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4EF97F9-0030-485E-9740-E56B5F1429B9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E9036C1-59C7-4C33-A2EA-9D422699009A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500F9A2-A48F-40DF-ACCF-2A0038613ABE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模型包含车身与四个车轮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11CFBEB-3312-417A-93E9-AD8AE6736B97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D09DA04-4DB8-4F58-BD2D-43AA1CF551ED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69D4694-9A00-4021-BEFB-B10355D1F564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坐标轴方向符合REP-103习惯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60ACE9-C64A-401B-B3AE-62B91E15BC36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8E77319-4A1D-4FA3-A23E-CC231367E743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586797A-2765-475C-8EA4-CD5F826B1545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关节树无断链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9156634-CCD2-4B19-B779-8BA8761B55E0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339742D-693F-4596-9177-E2E4B145A334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574843E-EDD3-4FD3-A9C2-1616B8D72D3D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launch可一次启动RViz模型</a:t>
            </a:r>
          </a:p>
        </p:txBody>
      </p:sp>
    </p:spTree>
    <p:extLst>
      <p:ext uri="{BB962C8B-B14F-4D97-AF65-F5344CB8AC3E}">
        <p14:creationId xmlns:p14="http://schemas.microsoft.com/office/powerpoint/2010/main" val="149661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8937912B-15F7-418D-A30F-99F3FD87F3B7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6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982B9F2-7FFB-413D-A3FE-466320D9651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机器人建模的价值不是“画得像”，而是让坐标、运动和传感器拥有共同语义。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11F967-C83C-4273-B765-FD83DA6F945C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9704902-555B-4B74-8EE7-12876BD6039E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2DC9C09-EFE1-4898-8BF0-9829DC8480C4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486233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DocSecurity>0</DocSecurity>
  <PresentationFormat>宽屏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1</cp:revision>
  <dcterms:created xsi:type="dcterms:W3CDTF">2026-08-12T10:27:05Z</dcterms:created>
  <dcterms:modified xsi:type="dcterms:W3CDTF">2026-08-25T09:17:07Z</dcterms:modified>
</cp:coreProperties>
</file>