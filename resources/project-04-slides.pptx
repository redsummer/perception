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本课程《实验4》实验指导书（工作区附件）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4807753C-16D6-4D81-84D5-7FF5B2EA39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0B8EB96-2898-4ABA-91EB-270865CC8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F5CAE57-1AF2-46B6-8224-3A6DA3CD2F65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08B162C-2ADD-4990-9E68-D5C00F894E51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4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EB29340-D7A6-4B7F-B506-D255066FF596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光电编码器脉冲与方向读取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585E242-D039-4E9D-9B84-2812B110919B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如何从A、B、Z三路数字信号中恢复转动方向、脉冲数和零位？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A4DD2D-7548-4AFF-A0D6-38F3825D73F4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FE0D50-D794-4BF2-8FA3-055618902FDC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7973E4-AE7E-4CCE-9A1A-A2B25A425729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0B67557-4136-4FB8-B655-A06A09B17FE8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39BEE6D-C6C2-4AF8-9187-AACF8893B083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F64BAB-593C-46E1-8915-54A931C7C813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70AE1A8-AF9B-47E8-AB19-CC09AFC5267F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1981341-0B60-441D-A6D5-EC3CE8912667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9D19943-DD86-49C0-BDCD-9E18BF2071FF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47617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E581CCD7-0117-4A91-B4A7-12973FC9437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1EA885C-1A36-4040-A75A-77C0A4AFD6BE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E47FB6A-6E16-4279-B1D3-0B2009E4564A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如何从A、B、Z三路数字信号中恢复转动方向、脉冲数和零位？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FC852C-9803-4429-AB92-B6F22B72C1F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E8E09C5-9933-458F-80D4-D1111B4CC3D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FD2BBB7-5A25-442E-99E1-59C0826BEDD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1BD12FF-48CE-4A53-A8EC-9F91B64916AB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理解增量式编码器正交信号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C2521B-BA3A-4DCC-AEAA-CBD6409EEEAC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BFA5D99-ACE7-4EC7-8565-BCFD6EAC06F5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5086AF1-8ED3-4342-A7BE-795FE0CF7717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使用外部中断可靠计数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E264AD-8C2F-4FD0-9C85-08EF404AD1EB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81353EC-2520-49C9-A9F0-890CF50C9231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9BCC8DA-8A69-4AD1-B632-4559DE527AA9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通过串口输出带方向的脉冲值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7B7A24-9CE9-46E4-ADCE-3DD2451B8621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CBEEDA5-9EC9-4E36-A215-C7B4CC999710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C051F1C-53EB-4D2F-8282-CCFE35512E0A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17639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17EBF16B-DBEF-40C4-B023-B7ED563DAEB2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30BEDA3-0AB4-4225-BC47-1E4407960199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900A338-9705-4670-AD53-907260D95AF4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C84224-906B-490C-AE84-456D604EE62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E74CF39-B47E-4E70-A929-EB103FB53B3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5C7B54E-1A6C-4DD0-B28A-FD90DADB6B79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814A3A-C794-4928-923C-3CAC9D1D23F4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F3126C-3AEF-4A98-897A-61EA84AC23EB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0A392DC-F0A3-4B6C-9772-37596AEA40F4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01F448B1-F819-400D-959A-97EA1B64D75D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A/B/Z信号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E0F6878-E36D-43BA-88E7-4653BB9B8D58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中断计数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6B4761E-3BE2-4E2C-A89C-2DC1C80604B9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串口输出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BEF89C5-DBFD-424D-9399-801C79BF3B55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方向与零位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E0D9528-01C6-4241-B2F0-CDD10D9A8B78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116628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960880-9D4E-472E-AB7F-B54FD906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0" y="643285"/>
            <a:ext cx="11609524" cy="5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8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463C1A5B-A6B0-4831-9430-32391489A74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EC43A6E-0365-4145-A9B1-E15211117721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A/B相位关系决定方向，Z相提供每转一次的参考零位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DF0127-6ECD-46DC-BF07-579290AE45C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B02F6C1-0F93-40A8-93C0-ACFF4230275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95FB98A-CA83-4CC7-BA7C-6314557611CA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049D95C-6B9E-4B77-B5A9-A9CF3D8130E7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A、B相相差约90°电角度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249F022-90AB-4AF9-9B75-36B287B3D048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71C08C4-77EA-4E4D-95F6-A80BA6827077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读取A跳变时的B电平可判断方向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D47E8B3-A075-4D67-8628-103D8EADACC1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6C09193-721E-4D60-9F18-21F078268D0F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Z相每转出现一次基准脉冲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262D0BC-BD81-49A3-9E21-20359057A495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925C30-555A-4678-A550-741798EBC6D2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volatile保证中断共享变量可见</a:t>
            </a:r>
          </a:p>
        </p:txBody>
      </p:sp>
    </p:spTree>
    <p:extLst>
      <p:ext uri="{BB962C8B-B14F-4D97-AF65-F5344CB8AC3E}">
        <p14:creationId xmlns:p14="http://schemas.microsoft.com/office/powerpoint/2010/main" val="14225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550E417B-59E7-4DE2-A329-50B38257A1B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B3BA56D-CA7E-4DF1-8BF3-37275231AD2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计数与分辨率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5547D03-8A8C-4D75-A9B2-319D59D0FEA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48F3F3-1413-47E9-A095-BE15B493403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1D1081A-91F1-44A9-AA57-C001105C58C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BF35A1B-5528-401C-915E-2743D03634B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5BEEB2A-2FE5-4377-B683-658FBE6D96B6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单边沿：每周期计1次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371710E-43AA-415F-BA62-1F33272ABDC2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双边沿：每周期计2次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7CA1328-4882-46DB-8AF6-9E2113F0A4CC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四倍频：A/B全部边沿共计4次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5C2505D-702B-4E53-9A6A-36AAC405EE8A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37620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79337101-6E33-4294-B112-DB6F54A26E6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7AD81E-E116-4CB4-8BA1-1112B848E94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嘉立创EDA用于固化A/B/Z接口定义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762858-1338-4903-A312-8104BD10BD2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5313C81-62E3-4116-8049-029E73692A2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B524D16-C5C9-4758-B075-9D8DE515FED8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棕线VCC接5 V，蓝线接GND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F44C91-D9A1-4E4F-A043-FFE0F71ECE70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A相接D2，B相接D3，Z相接D4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4085404-8947-4258-B20E-1E829DEBD62A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标注INPUT_PULLUP与端口功能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F33F2B-8F27-47B8-ADB2-7512B186B20A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加入连接器编号和线色备注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80ED670-9D70-4DDE-BA1E-BAA4F025A33C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7594" y="2047875"/>
            <a:ext cx="2500313" cy="33337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A4851FB8-8C80-4D53-9FD9-F5AE77516054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嘉立创EDA任务：原理图、网络名、接口表、ERC</a:t>
            </a:r>
          </a:p>
        </p:txBody>
      </p:sp>
    </p:spTree>
    <p:extLst>
      <p:ext uri="{BB962C8B-B14F-4D97-AF65-F5344CB8AC3E}">
        <p14:creationId xmlns:p14="http://schemas.microsoft.com/office/powerpoint/2010/main" val="83802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97D8CE51-85E3-4EDE-9610-C3E8AEA54AA1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214F314-C6C5-43D0-8D58-6A2BC06A2A1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D68161F-DE88-42F4-95D0-F9BC537B9F86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85DAFC-51D9-4AE4-9E75-E4F59B251B7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BD852EC-31BA-4075-811C-E0E35A059311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B9234FB-0EF1-4EB0-AEC2-5DB086C7AA0F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E2B4968-FA88-41AA-8E13-831DA1118206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2055B89-C408-431A-99A2-A0598B8E9BD1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在EDA中绘制编码器到UNO接口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45D4D3F-1531-44D0-9187-F88C00C9FC37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89A565-AD65-49A2-BF87-A8DD4C377071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443CB69-8296-4A8A-8F02-AE5D9A1F39D2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57303A-CBB1-4EBC-B625-4C37B1E38FE3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断电检查后完成接线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5361B9C-E829-4C2B-B825-4860AAD047D8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340326-6A0E-4AAA-A22E-2573BBDAB26D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F7DC114-4FE1-433C-8557-0B00023441DF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5BE0D80-839D-427D-8018-FB2CDD5788FE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配置A/Z中断和B相输入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F48B485-9F46-4EF1-A60F-FA4EC38C94E1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C05A689-EB13-49A5-8383-A0BF9939B3BD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FFFDD71-6F4C-4AD4-A25A-5A25D27690A4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9E7B41F4-065B-4F0E-B237-961B78AB7159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低速正反转观察计数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38735E3-4497-4B9C-8F64-ECF799B72FB8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E4730EB-2264-407D-96CC-B14D928328E6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9C8DD1A-04E8-4D23-9C7F-A2F1C76B49FC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49E6CE19-096F-458E-BA40-F4390D67015F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旋转一周验证Z相归零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68B6813A-64AD-4EBD-8C4F-31A34744DD62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13535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1D1688F9-1F0D-4436-A66D-C00285D2322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EFA6FC6-69BF-449A-9880-A21B11B662A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方向判断与零位复位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C2186ED-5B70-423E-B1FA-50C5DE044CAE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A0A82-0FF6-4730-819F-CA188EF5234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646C3D6-B969-4D5D-ABE0-1A5A7453F06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7E7D48-6055-4365-AC60-30BA36F454F8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27CAA59-376B-4BC1-86A3-165DA72E18C9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volatile long counter = 0;</a:t>
            </a:r>
          </a:p>
          <a:p>
            <a:endParaRPr sz="1425" b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void onAChange() {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int a = digitalRead(2);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int b = digitalRead(3);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counter += (a == b) ? -1 : 1;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425" b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void onZChange() {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counter = 0;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0B3D8E6-27BB-44EA-9A44-C895AC3EF696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94DDD85-D79E-45F4-9F6D-1318F06C67CE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2000272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EAC74213-C40B-42B7-9464-B239A4C31CB9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E831D3E-4DC5-4B1A-8B95-43EC0DE694EE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86FA81-31CF-45C1-A694-57380BD7820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600D699-7942-4AFA-81A1-D3C2B701E462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A8EF14-F364-4E3E-BA3E-1D0E4AE0A3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708381"/>
            <a:ext cx="4429125" cy="1917487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E4946930-46D6-4FDB-821B-3E22F3E4D170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只增不减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AA10D79-9B06-47E4-B844-F1B98D01270B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交换A/B或修正方向判断条件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772026-850D-4DFF-8145-D48B0A7E0209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B61A4B2-ABC6-4C51-91AE-9C6DAB44C56F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计数抖动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7126769-86D2-4E9A-97FF-5A6EB73EB2D2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缩短导线并检查上拉与屏蔽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9E3CA1-2715-40C8-92D2-61375D6941E4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97892B1-E4A8-49A0-BE2F-59807F5D9362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漏计脉冲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31E42A4-57C4-4B47-B180-752F034459BC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减少中断函数工作量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0C8C0A-9BBE-4301-B7E8-5EA87E3B706E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EB2CF8A-0C66-44FB-8B60-A700270264F6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Z相频繁归零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4060A5B-F483-4166-8CDD-662D9865D941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确认Z线与触发边沿设置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DDE481-FF03-40D7-BCF6-3529B659D414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24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CEA0B0E9-7C82-4F17-9B20-5AB43AC9134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4  /  编码器读取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63EA5E4-5972-452F-AB57-498A2C59748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A9FEA1-B1AF-467D-BD70-BF477857D687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E5A8AF-5798-4B5D-BF68-906AC6154E7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93724B7-C848-458C-8E3A-5B0DB5C4FFBD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AF1392F-014C-410D-B5EA-686B417321E4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966DF9F-FF0E-40C2-8652-3A777313B743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C945725-6F2C-4EC5-BD12-BD79346892A1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正转计数递增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D8FCDD-8402-4A31-9C03-84FF0170FC2B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C43CC57-6D83-446C-A2FB-E09D00862E6C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5F27ABD-D64C-4A7C-8E7F-A7F140C8B705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反转计数递减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BE4A1B-52A5-40E1-8B76-780B1B946105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621DC57-E503-4A8B-B2F3-9D516FDA0F84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EA83C3E-63C6-4B6D-A5CF-53003EB0EB61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静止时计数稳定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BDD2AE3-5C28-4EE9-9F55-8486A5DBC10E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C51B035-5AC5-451F-BC1C-26ED6C10258A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5C7E1B7-3F60-4205-AD82-956F52591C1F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Z相触发后回到零位</a:t>
            </a:r>
          </a:p>
        </p:txBody>
      </p:sp>
    </p:spTree>
    <p:extLst>
      <p:ext uri="{BB962C8B-B14F-4D97-AF65-F5344CB8AC3E}">
        <p14:creationId xmlns:p14="http://schemas.microsoft.com/office/powerpoint/2010/main" val="953638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216ADCD1-DBF6-4C94-9872-DEEC3F4C0469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4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855C283-0145-45A8-A4B0-C3E49C8B5EF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525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中断函数应只做必要工作，复杂计算应放回主循环。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44EDF9-76E9-4534-AD50-AEB89A9C4DF6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526ECBA-BDAE-4D29-BA22-FA546765161C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6302108-4560-45FC-BF3B-7B7A31A49E46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3324337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DocSecurity>0</DocSecurity>
  <PresentationFormat>宽屏</PresentationFormat>
  <Paragraphs>177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2</cp:revision>
  <dcterms:created xsi:type="dcterms:W3CDTF">2026-08-12T10:28:11Z</dcterms:created>
  <dcterms:modified xsi:type="dcterms:W3CDTF">2026-08-26T08:26:03Z</dcterms:modified>
</cp:coreProperties>
</file>