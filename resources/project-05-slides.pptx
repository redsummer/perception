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F833A52-CC38-4A50-A653-3D780A39C2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A7B708-910B-4936-ADF3-7AF8F5A328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CCC8D-8160-4D23-8081-DD2CD66208B8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5AD9C7-7A20-4247-B16F-B2F79E1C6A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3EDE5-81FC-4F66-9D8A-16CB58ED4B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D4B0E-95F6-47D9-9E18-04A4B08EA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431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本课程《实验5》实验指导书（工作区附件）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C33ACC3C-CBA1-4ED7-914F-C15D36D98E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519" y="254977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FA3494F-D788-41E2-A7D3-953330F8D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5DA0BE1-8A8E-4BE2-9AE0-2D8494E2878C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0A1911E-4AE1-4D9F-B09A-5BAFFA864A67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5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B86CBEC-DF69-4BFC-B0D3-C0DCF94870CE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光电编码器转角测量与ROS映射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DCD19E4-4EBC-4D83-864F-002D4DA1EE01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如何把离散脉冲转换成可校准的转角，并进一步驱动ROS运动？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CB994E3-F518-45A6-8A5B-8BF881216750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321666D-5149-48FE-8B03-02AB0DF7B5FD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386D9D-B929-4CE5-9C71-5CB93BBE9808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2AF1382-9E7D-4570-945A-1828C8ACAC1E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8CB71C0-A0BF-48D7-AA8F-DB948BF99A5F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B77005-17BE-4F47-8695-28F359921A53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0DD879-DFA6-4912-BCB6-1B84A3B1F974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7F11386-82A1-4355-B2B1-46CED6FDA729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00F7F05-E395-48B5-A8CC-66E63D233F66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  <a:endParaRPr sz="1200" b="0" dirty="0">
              <a:solidFill>
                <a:srgbClr val="AFC6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9369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63855535-E947-44CA-86CE-549C3247A3D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39C9073-27E4-4D1A-9BAF-8C7AB453B943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1273519-6E57-45E2-8680-6C1EB94C9EF9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如何把离散脉冲转换成可校准的转角，并进一步驱动ROS运动？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8EC3AD-B6BB-4D6E-B1E0-DFEDB7CB5AA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6F0C370-7E94-4782-901E-0E3363106305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690C431-E52E-4151-873E-F4AA5776655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2F85738-4565-4ACD-A55D-626102C1DBB0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建立脉冲数与转角的换算模型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15271F-F4AC-4E96-B031-1E61DD2D997C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C149903-7FF3-4798-BFD9-B2206C1CEF22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477DBAA-46AC-4D96-BF80-B87EC06CD2C8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完成串口采集与异常处理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FE436B-BC0C-4A72-BE55-95AB465240C5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3B1BFBE-1A5E-4727-BCFD-9233063A9E86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35F64B2-DB8D-4C51-A6E1-94C378117AFC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将编码器值映射为ROS速度指令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A56E03-B075-4AC9-9131-2DFBED0E1F9D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88C090C-E7B5-45C5-9EC4-2EE325335E25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E2C42A4-87B3-4C1B-ABD8-700B4199A18B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42347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508815FA-0FCA-4453-AC1C-7FB1129D29E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0442C5A-5DD8-42DB-9043-E77E5A34761D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D9918C9-E800-4947-8069-7CBAC0B8BC35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616A59-C781-43E7-A687-A57408CCF1A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6F94223-7A91-47EE-9E0D-27602385337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C4FEAB5-5237-470F-9D45-F426593620E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A418DCC-6457-4F18-95D1-00D6CA69E3B3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E877C17-0D72-43A3-8299-56AB0D477C24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6263383-325D-4DD9-991A-9E3365CA31DA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C981A6AC-DBA8-4B45-8855-3A7C2F76CDEB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编码器计数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83F0B30-DF26-457F-8635-EB1F81B05E2A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角度换算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A753DF1-40DA-4FBF-8C67-931AFB24B9F1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串口解析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7D5DB43-3C1B-414D-9848-A5F262B92BC3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ROS速度映射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B040B03-886B-48F7-AA05-3D820B063B9D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192764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091447-F50B-421E-83B7-FF285AA7B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8" y="1002570"/>
            <a:ext cx="10523809" cy="5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C90BADBD-9E8C-40D6-8E54-607EA61530B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F6BE3B2-E76E-400F-87D4-D1BE99C9436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转角精度取决于PPR定义、解码倍频和机械传动比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C716A5-3482-4DD1-8838-27F3600FC696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27E1403-33D4-4E76-BDF3-3F1AA3C3048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EFD1840-A6F6-4D93-94A5-4341DE5D0128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FAC588F-9293-4FA7-9DD6-7D87FA4BF7EB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PPR可能指每圈脉冲数或每圈周期数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196D45B-8EBD-460E-B7AC-FEE19BD651A3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81FD8A8-F75B-4145-957B-CFF0214AFC63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解码倍频改变每圈有效计数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76878FC-4684-46A0-9E8C-D48921F6E31A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FB5254C-34BA-4F03-9570-7B9EBB88DAB5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减速器传动比会放大输出轴分辨率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FCBDE3B-D4F9-47C1-A3A7-4B75B113ABC0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30ABED75-DEEA-464A-84F4-F6A3A88C00D9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零位与方向必须纳入标定</a:t>
            </a:r>
          </a:p>
        </p:txBody>
      </p:sp>
    </p:spTree>
    <p:extLst>
      <p:ext uri="{BB962C8B-B14F-4D97-AF65-F5344CB8AC3E}">
        <p14:creationId xmlns:p14="http://schemas.microsoft.com/office/powerpoint/2010/main" val="70498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A08DBD86-F61E-40A3-810B-29DCFA0871A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39F7816-3749-4CD6-A9F6-C52E35D34130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角度换算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843D5CE-A8A0-4490-B3E1-5DADFC67DECF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D2D27F-6FA9-4E10-B62F-3CB58780A6C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48AF002-2F16-41C3-8884-8E1680C4CACA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C71478-D75C-4A60-B34F-11D84262C87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710F947-F0C2-4112-B257-9C094C75245E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θ = 360° × N / Nrev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121F8FE-0EA2-42BE-94ED-78E2B28FEB96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Nrev = PPR × 解码倍频 × 传动比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0F2D47B-BCA8-41EC-A47E-085453A742DF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角速度 ω ≈ Δθ / Δt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87AB43A-3CBB-4AA5-AEF2-2B28FA93A6CA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98425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B5FEA9CE-250D-43AE-9826-59489647447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0E00636-27C5-4346-AB5E-86D2D6FF3E16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嘉立创EDA补充完整的数据链路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56C188-FA40-4D02-963E-AC8DE818F83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DDCAC4-07F9-43D8-B480-965B5F26222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32E3A10-C190-4B75-8721-6C7CEF4612EE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编码器A/B/Z进入Arduino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DEC04BC-B25E-4664-9A6B-BEA569A73411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Arduino通过USB串口连接Ubuntu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7A793D0-31D6-4941-BAF7-D53BF3920A72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Python节点解析脉冲或角度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8E95AE9-AE9E-430F-847F-EBAB254B5B76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ROS发布Twist或自定义测量话题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DEED75A-EA0B-40FB-A99A-421974868301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7594" y="2047875"/>
            <a:ext cx="2500313" cy="3333750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7DFD486C-41FC-4636-859F-196957997871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嘉立创EDA任务：原理图、网络名、接口表、ERC</a:t>
            </a:r>
          </a:p>
        </p:txBody>
      </p:sp>
    </p:spTree>
    <p:extLst>
      <p:ext uri="{BB962C8B-B14F-4D97-AF65-F5344CB8AC3E}">
        <p14:creationId xmlns:p14="http://schemas.microsoft.com/office/powerpoint/2010/main" val="1858108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B4A66A89-1028-470F-A825-D92EB88ACE4A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24B20E8-B856-4B99-9602-8BBEB42C8C63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5476DCB-389E-4078-A416-F488D29B9185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A058B9-8F6A-4EAE-87F9-87781C62FEB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463F299-9A5F-4C7A-BEC6-8D0058AFBB3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CB4BCE9-152B-4B47-9A35-DB853FEDCEA9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CC8B267-B986-4370-972F-38050353EF84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1253AF8-087F-4B51-9804-6FA3311E5F9C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确认EDA接口与实验四一致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80D06C2-F612-4A86-B4FA-2AE5ED9B51BE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EA5A3F6-4907-4D2D-AC54-6C2005F1EAA8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7B283C6-A9A7-4B2D-B3F3-BF8FF14BA59C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78D993D-940E-4F22-92F1-5D0280928854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实测一整圈有效计数Nrev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16CF5A3-02F6-4885-9EC8-5337BE70F4D4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6A9516E-A4BF-4AEB-850D-CF6A025E8047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E970503A-E530-4CA1-86F9-710EFC830583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E948C28-7D4B-4DD9-B80F-7B89B92FD18E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计算并输出角度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AFC167B-C5CC-4997-B27B-A1EF16238608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BE59DA7-DE79-4346-B727-EACCBD0D2250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C8F0A81-26FC-4E7D-92DB-D8B4B64BB4AA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D26A53B-8643-49A4-AC73-5CF7BB4BE767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Python读取串口并做类型转换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4DD3AA0-BE39-4642-8061-0C2D9B500656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6D633D6-0B69-415C-B5AD-D38463EE4B10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B8B4D5D-013E-4A2D-A4E9-FEF826A9D238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818DB80A-848F-426F-93CA-BD77DE3824DD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设计限幅后的速度映射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C15BCD1-BA24-4F12-9979-384B72F0CB5D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176353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484CBB13-FBB5-47A4-ABE0-05DC13ABB1F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5AB81DA-6636-40F1-A741-7F0572BC560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从计数到角度和速度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EF4D0FF-290F-410C-8161-3B5BB233A04B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D4811E-81C0-4EF1-8AC0-83C713CE8BC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DB4D780-1C56-431E-845D-284E4A4BB69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81B3A1F-B0DC-4622-8A06-9D90B7AF9A6F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D2A3B3B-500A-4366-9BA9-DCD6F4960F97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 err="1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angle_deg</a:t>
            </a: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= 360.0 * count / </a:t>
            </a:r>
            <a:r>
              <a:rPr sz="1425" b="0" dirty="0" err="1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counts_per_rev</a:t>
            </a:r>
            <a:endParaRPr sz="1425" b="0" dirty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endParaRPr sz="1425" b="0" dirty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425" b="0" dirty="0" err="1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map_speed</a:t>
            </a: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(count):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raw = 0.1 * count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return max(-3.0, min(3.0, raw))</a:t>
            </a:r>
          </a:p>
          <a:p>
            <a:endParaRPr sz="1425" b="0" dirty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 err="1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msg.linear.x</a:t>
            </a: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 dirty="0" err="1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map_speed</a:t>
            </a: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(count)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 err="1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pub.publish</a:t>
            </a:r>
            <a:r>
              <a:rPr sz="1425" b="0" dirty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(msg)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9B56B71-6EF0-45FE-A419-9E8DCFF34B7D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804219A-549B-4049-AC3F-62B25FE18913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188452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32849C33-1D6F-4D11-9EE6-A2F9304848A8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0A03AD5-0E83-4A83-8D79-8D1445FDCE1F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2C3249-B634-4303-8416-63BE97B4FCA8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B8BAE15-32CB-4F30-B452-23AFECFF5A9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DD6F7CF-1B08-4376-B9EE-EA4FAD1351AE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0942" y="2095500"/>
            <a:ext cx="3300741" cy="3143250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88963938-4EA0-42E2-88C0-88256427B263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一圈不是360°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18DCD76-8D50-42A4-877D-ABAA454D2274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重新确认PPR与倍频口径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CA9A8D-170F-4911-AB4B-02A5B7BB973A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965D061-BA08-41C3-93C9-DB7C137736D9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角度漂移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1CE90B6-7AC6-4E75-B361-AF2E0941F264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检查漏脉冲与机械松动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090724-D740-498A-BD5C-FF56060FC93A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8F47548-43D8-45D0-B2C0-59852612688E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速度过大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62E9584-0135-4701-A93A-65EBE98AC44A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增加比例系数与饱和限制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2C49B3-5790-4528-B4DC-4E0EFA8AFC50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EDA1C7F-463E-45F2-B3AF-2C21BAB270DB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反向符号错误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E3567DA-11B0-4A72-B964-30D523448BA1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统一编码器方向与车辆坐标系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8EA224-D368-4310-91D8-F91438B74FD8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607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BAE64CD9-0338-454E-A942-EFF5ACE0654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5  /  转角测量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4987B33-2DC6-4E21-B0FA-B6A54FE87574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6089108-5B33-4F14-8286-F97D0715A09C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449FA4-36C3-44E4-87DE-ADC98C5D4D7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59FD5C5-28C4-4B35-B580-900A57E4F2D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7A1F27-A534-438A-981A-CBAED2BF7990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20DDD46-E903-4E5A-9D43-37ADFA17363E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D09737F-5461-44A3-BD2F-F82356B9695E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一圈角度误差可解释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99B8A57-795A-469C-98FB-885967B070C2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7A06B22-49B3-43D7-9437-75AE01425F9B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2D289B6-8F29-4D0C-B5EE-D2EEE250512E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正反向符号正确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DAF5F4B-CD30-4450-BA5D-6B8240186B45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6AFD65D-1E7E-4456-9B6C-079285EBBCCF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1E3EF48-46C1-464F-B46B-08B00853046A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串口数据无持续乱码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2AD7DBF-2043-40F2-87A8-FE08F34816A9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ED20DC7-1DA8-46A7-8C7A-43EF06EFC194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34841F7-25FA-4DFC-B27D-75CE0A15077F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ROS运动响应连续且限幅</a:t>
            </a:r>
          </a:p>
        </p:txBody>
      </p:sp>
    </p:spTree>
    <p:extLst>
      <p:ext uri="{BB962C8B-B14F-4D97-AF65-F5344CB8AC3E}">
        <p14:creationId xmlns:p14="http://schemas.microsoft.com/office/powerpoint/2010/main" val="239384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8BB87C5B-0489-47B3-BB65-CBEDFEC7EE9D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5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F3BC8F4-F013-4B8E-AA20-5F55C7D42E54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没有标定的换算公式只是猜测，必须用整圈计数和方向实验闭环验证。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40712-48E6-4E18-9AF1-4A2FC30C2C75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DA6526F-6495-4FE7-8CF6-EA9D42698B0D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99A23C8-4080-4248-839B-6931D372E97F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17574219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563</Words>
  <Application>Microsoft Office PowerPoint</Application>
  <DocSecurity>0</DocSecurity>
  <PresentationFormat>宽屏</PresentationFormat>
  <Paragraphs>174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2</cp:revision>
  <dcterms:created xsi:type="dcterms:W3CDTF">2026-08-12T10:27:05Z</dcterms:created>
  <dcterms:modified xsi:type="dcterms:W3CDTF">2026-08-26T09:11:42Z</dcterms:modified>
</cp:coreProperties>
</file>