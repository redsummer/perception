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本课程《实验2》实验指导书（工作区附件）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D931812F-F07C-4D2F-A024-93AD786ECA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9D8B719-2877-41AF-B9DF-FDE8B295BD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1E6EDE3-203E-4385-A3EE-2AAA174B975F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D3BF4F9-5596-43F0-B89B-A84F76A486DC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2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27D7ECC-9875-468C-AED7-71AF00019F15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自定义ROS通信与编程实现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9CE06C8-C89B-4656-9441-788115E3A93D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如何让自定义节点准确找到对方，并按约定的数据结构协同工作？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A37A9BB-C0D4-4787-91A3-041F0BA83816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3B6F424-A1C7-4F7E-83DB-BD65140BFD9A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6BD9D1-BD35-43D8-8644-66546F69D0AB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B356F40-49F5-4602-B6AE-6F6F25E35877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761386C-DC32-4321-B6DB-1F75BD50AB95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F12797-3CD7-4F02-9914-BECA16F9D33C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A7DC308-1FFD-4310-816A-B72E47D5B5F6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3E5E0F6-503C-477D-A279-F6B0180CC4ED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E216CD7-80FA-449B-9156-0C3497668CBD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1142291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FC403816-EC48-46A4-A942-F122F92B68C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61614E9-6A89-43E3-A629-BC96B54CA325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7E5C52E-122F-428A-890B-3BB688868349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如何让自定义节点准确找到对方，并按约定的数据结构协同工作？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55DD9D-8837-4B1C-BEB9-359454B3673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58534EA-7D3A-4A2D-B515-5A41AD44EEC1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D9576F3-EEB1-40B8-BB6C-C1C8BED6CB3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46FD519-A0E8-4323-B8E0-221CAD7AF3F9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读懂ROS计算图中的节点、话题、消息与服务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64B3BB-B21F-4299-B73C-79B2B5B6D2F2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1919940-6317-4A19-BBA2-5BEB13818373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C1512A0-A349-42EE-9D2D-39527C47E24A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创建catkin工作空间和Python功能包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143AAE-36CB-4AAB-8150-184AD02879F4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DE92C90-70FE-47C0-AFF5-40BB770B31EE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E9136AA-7D5F-4AE3-8416-260EF2027DFE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控制turtlesim完成圆形及矩形轨迹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7ABC2E-7786-4E96-B5A4-E951A991E3F9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21A4989-4582-45B4-B8A8-31B0A3A4B1FA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7222E08-642D-40E1-A7BE-48C6CADDD86C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65647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2930C9B6-8C92-48B1-9546-8FADA14C919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F1FBDC5-4372-4FF1-84FE-063907B2ECF7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D5CA640-6241-4338-894C-B13A95F0C959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0E9D13-32B8-4B33-9657-88D8240F9CC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69725D3-D3F1-49F8-A1E7-21CDC0EE567D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97D1B12-FEB7-45B2-B3DA-13FB00BF323A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9CE6390-D357-45BD-BA63-69A542BB943B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B5D8EED-7882-413D-83BE-76C4ED9E7315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C6E01D-0D4F-4CCE-AC06-4CA6CFA99983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4D830B27-B06F-4658-AE24-EA0807B79011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控制逻辑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1238A6F-C402-46AA-BFE1-9B438442F93D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Publisher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79EBC16-1F62-487D-85FC-ACC556571BDB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ROS话题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1D6C180-EF58-4AC0-A13D-E8023BFC9D1E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turtlesim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BEF6410-A503-44A5-89C8-A9D3124BF174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207968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77ED55A4-E635-469C-91DE-18C506284704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BE0D774-664A-4465-9E5E-DB721FD60DA5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ROS通信的核心是“名称约定 + 类型约定”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DBEB7-B973-448B-AB07-BD760923CE63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1F6BB12-C269-4B22-B416-76076CF80B4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75AF8F-7DB1-4FD7-838D-52115F520E7A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5622DFC-D7DB-41CE-B8FC-20D88AF9B4B4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Master帮助节点互相发现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9C3DE42-5E40-4B41-BFA0-6779FEE414B1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F27FE31-B64D-4E2F-BD05-04090733A3F0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Publisher向话题发送消息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DBA60D5-A5C6-44D6-91A5-1C0F89F55FC8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BC54CC3-CAC0-4AE2-8E98-5722AFBFE692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Subscriber按同一类型接收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6285176-07E6-458C-A503-0E84970B5566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C165EC1-31A1-48A1-872A-21E6930EA362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Service用于一次请求与一次响应</a:t>
            </a:r>
          </a:p>
        </p:txBody>
      </p:sp>
    </p:spTree>
    <p:extLst>
      <p:ext uri="{BB962C8B-B14F-4D97-AF65-F5344CB8AC3E}">
        <p14:creationId xmlns:p14="http://schemas.microsoft.com/office/powerpoint/2010/main" val="66968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2F1F58E5-B129-432D-B342-F9BC4BF81EC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40CA817-9D7E-4D47-AAA7-8DCB17C4F656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Twist消息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8EFB5BB-DB6D-4BA0-A2F7-081F7A80DE62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E20945-07A0-443A-9DD3-1F33363E2AA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057211B-3AAF-4981-A2A5-AAD8A73B4CE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D39EF2-92DC-4659-95B8-B9D139D1386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3C91050-657C-4A88-B913-A12105E33D61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linear.x：前进速度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FE87E1B-1729-40CC-8FFF-09BD71752CB3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angular.z：偏航角速度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B420D8-7941-4E06-A6BB-94D5E26995DC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圆轨迹半径近似 R = v / ω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FB7E62F-C4AB-4B61-B2A4-5805B538302E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29397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B47A47CE-5E3C-48D2-A17A-95566B30106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29ABCCB-32E6-49E5-9AA7-0E164D25618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先观察计算图，再写控制节点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6361A3-60FB-4D90-B38D-1E61258372C8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A277ADC-C160-439F-A128-C7492B811A26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B9BD6D8-D24E-408F-A5AA-E1A7A8EDADE6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rqt_graph确认/turtlesim与控制节点关系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F3FD33F-C147-4790-A5FE-82D38F03C627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rostopic info确认发布者与订阅者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DDE34B8-CF0A-4444-9755-E471FAD5C4A2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rosmsg show geometry_msgs/Twist确认字段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12FAC55-AD1A-4650-9ED1-375D68ADC20A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按10 Hz循环发布速度消息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8DD8C77-0EBD-4F1D-8351-474256293E8A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757575"/>
            <a:ext cx="4953000" cy="1914350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C8D9A9D0-2247-4C8A-8BDA-A280B4836CB5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建模或软件配置任务：结构清楚、命名一致、可复现</a:t>
            </a:r>
          </a:p>
        </p:txBody>
      </p:sp>
    </p:spTree>
    <p:extLst>
      <p:ext uri="{BB962C8B-B14F-4D97-AF65-F5344CB8AC3E}">
        <p14:creationId xmlns:p14="http://schemas.microsoft.com/office/powerpoint/2010/main" val="69094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788710DE-4D6D-4E8D-BF6C-A4C4DB6BD018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1BE5D1B-5656-4D5A-985A-9265C3532E91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9922269-55EE-4C6F-ABB8-74CBE0C99363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9C6D79-7881-4CA5-AB7D-39D25F88358E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072577A-AD0C-42A5-9186-8321C2E2A10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4493AE8-406A-44EA-B510-6B953831849B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8464A84-5B75-478B-B5C9-0E67E7FDC9D5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4802F4A-FCA3-47CF-A123-F9AEC195D9B2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创建并编译catkin_ws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842C059-26D2-4E24-8DDD-641DD84EA996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8D74582-9694-43AB-9D10-08B05CEC53DF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4CE4739-D43D-421B-A61D-BE0200634F7E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4B94073-E7E5-48EE-99BF-A9A27C7E5B6B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创建learning_topic功能包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9CC678A-44F4-41E5-9204-3E6F00EA5016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75933BC-7339-4E14-AF39-AC48BB7080E3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F71AEE6-6C0A-418E-B245-001EEF119863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D2CCDBC-5FFD-4068-B71D-AD46C7101B7A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编写velocity_publisher.py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2976B07-6E53-4F91-BDC3-93CB298AB6B7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AB58600-229F-4A17-AC7F-C1FF51C67114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6BD57C9-1E74-46B3-9FB4-F7F21117A68C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30465FA3-039C-4F77-BE38-6780061E9731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赋予脚本执行权限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4D71EC5-CD6E-4C9E-8402-1FB019985143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789F0BD-55F4-453E-9776-A5CDBCC2CC31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FA49AF7-F88D-4021-9AD4-1CF56B31BB27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1C3D6F0E-2814-4617-8AEE-0A6A3BAD8C5E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启动roscore、turtlesim与自定义节点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765A3C4F-58DD-4BC2-885B-A89ABB4895B6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161266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6BCB30A6-CF22-478C-8CD5-C22AE882BDF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792B4E5-5CA4-43FE-8C4F-9B16F5403907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最小发布者结构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F2D3168-E3CA-4933-B945-DF3F77775907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09152C-B972-4DB7-AA68-25F9587CE85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7DF320D-CC8F-429F-BA63-1FC04F268508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D813088-AA79-490A-8A8C-EBB972396EFF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40A2F9E-5E9F-411F-8D94-56FDAF188307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rospy.init_node('control_circle')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pub = rospy.Publisher('/turtle1/cmd_vel', Twist, queue_size=10)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rate = rospy.Rate(10)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msg = Twist()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msg.linear.x = 1.0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msg.angular.z = 0.5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while not rospy.is_shutdown():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pub.publish(msg)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rate.sleep()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861D871-A944-4B5E-9809-D5658FA2733E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E5C01BA-02E7-4875-9EBA-95A65C8114A7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12139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9AC9AD7B-5EF4-4862-BDAE-775A49A34AD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C72C043-155F-4FAC-B868-2FFE567B3242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72328D-1D8E-409E-8264-F730741ED55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74C1C9E-D6D3-408E-BBB1-5F498ACF7AD2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B6E496-1BC6-44C5-B08D-EF79C3251911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4336" y="2095500"/>
            <a:ext cx="3873954" cy="3143250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B2596D41-D896-4B5D-8F31-ACB49CC153E4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节点未出现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D4E78A8-EC52-4B6D-88A1-4F4903E02AC3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确认脚本可执行、功能包已source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1F1796-E1D6-4EE4-BFDE-A27833E29659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351F973-541A-41B7-9256-29A255C60EFB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乌龟不动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200BFF-9045-42D4-B21B-B8EE95B4FFC4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核对话题名与Twist类型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D99595-D838-4E1A-9B25-56E236C24938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96C6E81-9A16-43EA-B079-7DAE5D8EF321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轨迹不闭合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7D6C4D4-BD0E-49EC-BB3A-B0E6C365199B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处理转角时长与控制周期误差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9C2D3F-DBB2-4649-85C0-10FCFA4C7403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B6F8A08-ABD5-4415-BE45-A5492B962343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矩形变圆角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D90BEFF-18FE-479B-90B0-4ABE49F06DC0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转弯阶段将linear.x设为0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10AE05-2841-404B-B133-C316C95EE8FE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3233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2B9439D7-EA8B-4DB0-9B1E-5FBBB8BCF16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2  /  ROS通信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6E9A375-E5B5-4A53-A100-F9943D1FD67B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6F5671A-3B62-40AD-BD9D-66C224B2135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023342-FE74-4ADB-9A16-6FC6DF99D6F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691C2BA-C1D4-4CE3-846C-C02568A7D6D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5A8DCDD-A3C3-434A-8B20-CBDEC8DA9532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4C4FFF3-B924-4C0F-BA64-F23ECF3ECCE0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3513E6A-FBD8-4434-B720-89A14454B368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rqt_graph显示正确连线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C1292F-FBAA-4D2F-B62E-420A095FD086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FDED59C-B0E1-487A-8EFA-FA9753AF2B27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0F5FDD7-D4F7-4B66-A68A-56FDB864E3CA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圆轨迹稳定连续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6F15A3E-1F35-442F-BABB-BDDD87017DD0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D9FB37E-4F51-4145-920B-FBA5D94CA7EA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1202676-49E7-4558-8D76-36C3A87A9B4F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矩形轨迹有四段直线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F656CDA-C7AA-4A28-B326-86021C719A0A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CDFAAA5-4498-46BD-9182-45DAFE014F19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AE639E2-0C2D-4887-955A-2C87A487CADB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提交源码与运行截图</a:t>
            </a:r>
          </a:p>
        </p:txBody>
      </p:sp>
    </p:spTree>
    <p:extLst>
      <p:ext uri="{BB962C8B-B14F-4D97-AF65-F5344CB8AC3E}">
        <p14:creationId xmlns:p14="http://schemas.microsoft.com/office/powerpoint/2010/main" val="203389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660E4F93-2A70-4A3A-B89B-F6B05DF9468E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2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D0E0D18-F962-48C7-B4FF-F33F035C7A7C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当轨迹不符合预期时，应先检查通信契约，再检查控制逻辑。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00145A-9C98-4B4D-9E11-157D3D3B4C54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57A1B14-81F1-412B-B509-143C02E2D7F1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945A0B4-424C-4434-9BD1-E9903D068521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3659283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DocSecurity>0</DocSecurity>
  <PresentationFormat>宽屏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1</cp:revision>
  <dcterms:created xsi:type="dcterms:W3CDTF">2026-08-12T10:27:05Z</dcterms:created>
  <dcterms:modified xsi:type="dcterms:W3CDTF">2026-08-25T09:16:20Z</dcterms:modified>
</cp:coreProperties>
</file>