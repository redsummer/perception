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本课程《实验3》实验指导书（工作区附件）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98D433C8-AA9E-400E-BB1D-0CC492C66A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D9DDF31-A462-43FC-ABAE-02F744C633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04EF9D-352B-43F0-B38F-054D7AFE0D30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F8FC476-32D8-4739-A70B-3B88FB3F72CE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2470963-41A6-4E37-8729-E0E922C6B6F4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超声波雷达紧急制动系统设计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DAD9443-8616-484D-984D-2FDA3B1281DF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如何把一次距离测量转化为稳定、可解释的车辆制动决策？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0DD23D-A7DD-480D-A926-8A2D3CE97D20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DDCEA45-8848-4842-A1DE-0736FA30B08E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20DF-2F76-4623-960A-51F60F27A45C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6E27D9-DD10-4B28-825F-2DAEE592B220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0A25C3E-B75F-4953-8FB3-4B040ECD0215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5C64C0-2122-4C5F-AC3C-4BD0D5A67E6B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2C9A581-3B66-4793-A4DE-80A735B85587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4446613-65F4-4FDB-9663-4AF682669588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36C23F1-9415-4CE8-86C0-0E85597BD18D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134102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8BF2FA0B-0824-4A86-82DF-01F189ACD55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42D028F-2A07-41BA-A3AC-393D2D109B0D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5BC46DD-8F0D-4B70-939D-0CBE156E8CE7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如何把一次距离测量转化为稳定、可解释的车辆制动决策？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1F4ED7-9F34-40D3-8538-2DF01490CAC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2829362-E4F4-4CCC-9993-ED8BE272A2CD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B4C182E-9993-4BCB-83FA-A39160DA52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3A1E2C4-445C-456E-8C71-BFA82BD323F2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理解超声波飞行时间测距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A22CAF-AEF3-4844-AE9A-01607AF21671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FF6BC87-9957-43FC-B3EB-004FD9ED7CCD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29A6423-86D0-49F6-A481-B243FA0CD2D6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完成Arduino接线、采样与串口输出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BE2792-E38A-4656-88D1-B714768202E8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8208756-EFF4-488F-A4C2-11BB1735A288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62B1A57-63BA-4D2D-B91F-9ACBDB803F02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设计ROS速度映射并实现近障停车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ACA529-419F-4E67-9CBD-F1E752BFC041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0F92511-EA5D-44A8-AE84-5F9C84EC1E61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8751504-441A-48B6-949B-C6B9B95DAFFF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43545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9C57BB33-B0BC-4942-A01C-EBD92AC1E0B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378B4F3-8610-4D54-871E-3BDEE5B2F7F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7EA9FC2-E59F-4877-8E7D-8D5892D2671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564BBE-CE84-41EF-AD0B-360053D646C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1E7DC32-ABDE-42E0-8072-41D6CD08F39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E67A73-9883-4133-9A5E-414C82C23D7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D0AF41-7976-4B6D-AFE4-FB0F5B42F251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1AE515-7B8A-447D-9B02-F507ACDBBEA6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70B0033-6CE7-47E6-8DB5-50F661C9A457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DB0CDD0F-2222-4D4F-86B9-39F81A9D4D55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超声波测距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1AE1236-60A8-48BE-8A38-7AF428A41B72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Arduino串口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15AC6A6-458B-4371-8623-5E3366830B9B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ROS节点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1BFD0F4-2EC2-474F-A5CE-7419B2FF0108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速度与制动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515F6F2-6114-454A-A1B8-740CEF69833C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55057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8DE6B5-60D7-474D-9DB5-0212439B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85" y="653539"/>
            <a:ext cx="8974931" cy="555092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47C221-F909-42CF-87A8-94665C867879}"/>
              </a:ext>
            </a:extLst>
          </p:cNvPr>
          <p:cNvSpPr txBox="1"/>
          <p:nvPr/>
        </p:nvSpPr>
        <p:spPr>
          <a:xfrm>
            <a:off x="4100660" y="6306532"/>
            <a:ext cx="310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基于嘉立创</a:t>
            </a:r>
            <a:r>
              <a:rPr lang="en-US" altLang="zh-CN" dirty="0"/>
              <a:t>EDA</a:t>
            </a:r>
            <a:r>
              <a:rPr lang="zh-CN" altLang="en-US" dirty="0"/>
              <a:t>的实验原理图</a:t>
            </a:r>
          </a:p>
        </p:txBody>
      </p:sp>
    </p:spTree>
    <p:extLst>
      <p:ext uri="{BB962C8B-B14F-4D97-AF65-F5344CB8AC3E}">
        <p14:creationId xmlns:p14="http://schemas.microsoft.com/office/powerpoint/2010/main" val="69519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65B3DFD1-4F84-41B8-B7C4-057EBA15CED8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7AEB484-D9C1-455F-86B2-FA980AB604BA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测距由往返时间决定，控制由阈值策略决定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8E75B4-2D6A-4878-AFF1-D658A2062FA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8BE8140-724C-48DC-B744-A6414E3021C1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B819CB-D75E-49C0-9FBA-049B83C04ABE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729708D-1FA9-411B-94C4-CC6D634D66E9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Trig产生短脉冲，模块发射超声波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F3A779D-07E5-4FCE-9037-5F02D7E05ABF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4B87630-925A-475C-A69A-0B1FC033A962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Echo高电平宽度代表往返时间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2259D5F-7E70-4595-AD62-CF1AFD1A7072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9C4CE7D-9044-4339-ACD3-5E1FEA9A074F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距离 d = v·Δt / 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00F92FE-1229-4FAA-8E0E-8AF68DD6F2E1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863567E-D9A8-4903-9988-3DCA30EE2BE4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异常值必须限幅、滤波或降级为停车</a:t>
            </a:r>
          </a:p>
        </p:txBody>
      </p:sp>
    </p:spTree>
    <p:extLst>
      <p:ext uri="{BB962C8B-B14F-4D97-AF65-F5344CB8AC3E}">
        <p14:creationId xmlns:p14="http://schemas.microsoft.com/office/powerpoint/2010/main" val="122619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34ABF16B-146C-4EBC-B280-8EAD678D7D8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92837A6-A539-4E00-BB27-8CF973CB5AC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分段速度策略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F130F0F-7274-442F-8EBD-BDA4121DF056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BEB709-A391-4C69-875D-2CBF86183C3D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43E3452-F4B7-41B4-BC2F-1163217E8683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3188F73-E839-4D7D-9155-6736F7CF8FD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E726753-7A49-4D37-A030-43AA5BC06CFF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≥ 60 cm：快速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A56E641-82C5-4A49-A5DD-075FFDF79181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30 cm ≤ d &lt; 60 cm：减速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8947D75-DA97-4253-9BA5-AC5175B45C4F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d &lt; 30 cm：速度置零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B234CDE-41DC-44A0-86A6-08BF545AA76F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80830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53894AC9-4A56-4E85-9E84-C7818697EB89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B79A123-4F61-4E77-9BE2-F1EBBC48E17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嘉立创EDA先把接口约束画清楚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18C1-EFF5-42F6-B0C7-95C3DA626C4E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EAE5D0B-6A16-412A-9F86-ACFE0140289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EF3581C-281D-484A-ACB1-C76BEAB686C1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HC-SR04 VCC接5 V，GND共地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7BCD204-DD71-43DA-9953-92AB77BBFEEA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Trig接Arduino D3，Echo接D4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D74AAB5-9F44-4C22-AF30-031C81B76FC0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标注接口方向、网络名与测试点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6D078CE-BD7E-4730-A392-82FB160B43CA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运行ERC，确认无悬空电源和冲突引脚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47603F-0B17-49BD-90AC-DD4C1D807410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7594" y="2047875"/>
            <a:ext cx="2500313" cy="33337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234B5D4A-615F-4360-9913-4EBE63E46750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嘉立创EDA任务：原理图、网络名、接口表、ERC</a:t>
            </a:r>
          </a:p>
        </p:txBody>
      </p:sp>
    </p:spTree>
    <p:extLst>
      <p:ext uri="{BB962C8B-B14F-4D97-AF65-F5344CB8AC3E}">
        <p14:creationId xmlns:p14="http://schemas.microsoft.com/office/powerpoint/2010/main" val="168830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04A30AED-9FB9-4466-AB1C-0C05D9E32E41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97730B5-D2CD-4EEB-863F-1DAA5163DBE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C2A5666-1D6C-49FB-91AC-69FC23A68160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915AB1-7578-433A-9BE5-3F6CE0ACFBB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3040134-DC10-47F3-A12C-E216AADF354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F0ADEC-9F5E-4F09-9128-247376708A6B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BF8CEC2-6ABD-4368-B0CD-C2EF33744BDE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C49EA48-FAF5-4E07-9137-A87AC35028FE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在嘉立创EDA完成原理图核对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88FCB64-3B9F-42A9-9D2A-AD105E889D83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7FE1AA-7AB2-4E22-9C7D-DD7644A629F4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4E9B488-3F67-459A-B0BE-58FAE42D14DD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5336740-FCE3-4685-8D59-084ECBEAD810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按图接线并检查供电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B8F0381-4553-4FFC-AAB1-860169460853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BCAB16A-5EFA-486C-B033-EEFC5284C7B0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005FA77-67C9-4B22-9964-AD27BDFAFE18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8DCC874-85CE-4CED-8801-9D98676726CF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上传Arduino测距程序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E9F8433-F396-492A-BDF6-3C3C02FD0511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0741D5E-C208-4343-A90D-E048BFBC6474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954580C-90F7-4AAC-8C5C-11E86A224E5C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D6C14BDC-49D4-40AF-9891-3CCFEEFA5897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确认串口输出稳定距离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4903A454-0454-45F5-BB7B-59DD545D2899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2BDFD5F-FE6B-4860-A3BA-A3FB24CACFE6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58856B16-A016-4B43-9348-B3DB20841A30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ACC2F4E-09E9-45D2-AB15-EE487BC57CC7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ROS读取串口并发布/cmd_vel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F22967AD-45EC-4D09-A817-16A254D8A5CE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38913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47E7B7E1-5A95-4791-AB23-B89C87E0BD69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29E72B6-3553-4618-9BB4-9C2442C8C43E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距离到速度的安全映射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8B6CA5-7F14-4081-A9F6-907CDCC7BD0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AF5350-A389-4984-BCC3-33D8FF2D2BD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6B8A2AF-9C00-4831-9DBE-0F0B2FA91A50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3D19B59-51D0-4D27-8E88-5955E598288D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F754355-53A9-490A-8323-00A8C374FFC5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def speed(distance_cm):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if distance_cm &gt;= 60: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    return 5.0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elif distance_cm &gt;= 30: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    return 3.0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return 0.0</a:t>
            </a:r>
          </a:p>
          <a:p>
            <a:endParaRPr sz="1425" b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raw = ser.readline()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try: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distance = int(raw)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distance = 0  # 解析失败时停车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74F25ED-F374-4308-869D-6F6BAF466CB9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AF6D778-1D7D-4952-B166-206B65410C69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213024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3F1F8739-E985-4B63-B886-D9F0597E250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EF0C990-232E-41E7-8BB6-A77FCA64F40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1A2133-4BCD-4583-A395-D66C980D4B0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E89BBC8-5F9C-46F2-B285-4DFD456CBBB2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42B91B-50A0-4739-942D-55B522989099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0942" y="2095500"/>
            <a:ext cx="3300741" cy="3143250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15FF4F55-18B1-4849-99AA-B8DA98F9B9B2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距离跳变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1F12BEE-337D-4A82-BD9B-51206D3416C7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检查共地、反射面与采样间隔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DF8A55-0FEA-40EC-9808-68A4DB88AD98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430394E-0897-45D1-BD36-C218713004B2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串口打不开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D1CDF25-3F2F-46BA-8044-822869DE3E93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核对/dev/ttyACM*和权限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737414-275A-4DF5-912C-FB104054922E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4D40A9F-48DD-45F2-A73F-B5FD1A14BED2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速度不变化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336F315-81EF-4963-A4E7-C64E1E6B5C67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检查数据类型及发布话题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D3A43A-6BD8-45F1-A2F3-08B9896A23E4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FBE74FA-0A30-4956-BF20-FE83EB254D35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障碍前未停车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AE1A671-0DB3-4F3A-A4BF-084EC64DB2C7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把异常输入默认值设为0速度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AB0F6B-F9E3-432F-AEFB-A801A9CFD7BA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512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4D4D7F79-97B8-4ECC-B82A-E5DFADD2C258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3  /  超声波制动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68CC2A0-D8D6-4822-8A1B-74A41AA7828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11E6448-D6F0-4E43-9738-D6519CFBAD67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5C5B76-D9FF-4665-B38C-A1AB517B356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8418B20-8752-4E0C-A3B2-8979E2C39FC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A6C4AF-A9F9-4FE9-9CBE-A55CB96EF8A5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6BE8570-5C99-4D0E-B180-1CCCD98F0375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C969019-2889-4266-A63C-9F128ABCC3B5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EDA原理图通过ERC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776774E-9084-47BA-B73E-D3D6B8BF1E41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2183C0-AC12-44CA-9620-EC7FF48EA8E8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D2AB9A4-FBEB-428F-944D-492873ADC3EA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串口距离随障碍变化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D1FD6EA-010C-4ACE-9183-E7B51B11088E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F7B85D4-FE18-43DE-98B8-A612C311EF66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163E768-47B7-49C4-938D-060E3E45541E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远、中、近三档速度清晰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079956B-B650-4022-ABEC-0D99B67F67D4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B029C8D-A062-41F3-8806-B353EDC2215F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0FA8633-0F34-4791-A1E9-C1DAED11F361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近障时小乌龟可靠停车</a:t>
            </a:r>
          </a:p>
        </p:txBody>
      </p:sp>
    </p:spTree>
    <p:extLst>
      <p:ext uri="{BB962C8B-B14F-4D97-AF65-F5344CB8AC3E}">
        <p14:creationId xmlns:p14="http://schemas.microsoft.com/office/powerpoint/2010/main" val="30354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B4906AE3-DB65-4713-842C-8C6110D3A18D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3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DC4977E-D7E0-4EB3-B506-02C29C0F285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安全功能的第一原则：传感器数据不可信时，系统应进入保守状态。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190D6-EE80-44A0-AEA6-F8BAD7F2A53F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C2253B8-50F2-4A5B-9AA5-7FC3A5214AAD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FDC9E2B-75C5-4F88-8262-465AA4F779B0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14356097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DocSecurity>0</DocSecurity>
  <PresentationFormat>宽屏</PresentationFormat>
  <Paragraphs>179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2</cp:revision>
  <dcterms:created xsi:type="dcterms:W3CDTF">2026-08-12T10:25:57Z</dcterms:created>
  <dcterms:modified xsi:type="dcterms:W3CDTF">2026-08-26T05:46:44Z</dcterms:modified>
</cp:coreProperties>
</file>